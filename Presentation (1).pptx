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42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in one line, then the project: student marks are stored in MySQL and analysed with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big picture: database first, then Python analysis, then results and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Part A and Part B are independent: Python never connects to MySQL, CSV files carry the data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A: everything that happens inside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ER diagram: one department has many students, one student has many marks, one subject has many marks. Then explain why it is in 3NF (viva question).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every constraint type is used at least once: PK, FK, NOT NULL, UNIQUE, CHECK,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tip: run query (e) in Workbench and show Biotechnology with a NULL average. That is the difference between LEFT JOIN and INNER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error messages are real MySQL 8 output. Each INSERT was meant to fail and it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B: everything in Python. No database connection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pd.merge is the Pandas version of a SQL JOIN. It matches rows on a key column exactly like JOIN ...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is split into small functions with no repeated code, as the assignment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Pandas department averages equal the SQL query (e). Mean vs median: close values mean the marks are roughly symmetric.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chart: Data Structures is highest, Python lowest. Histogram: the red line is the pass mark 40; only 10 of 180 entries are to its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plot shows median, quartiles, spread and outliers in one picture. Electronics has one low outlier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type letters, then 150 as marks, and show that the program rejects them and asks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with the demo flow, then invite questions. Viva answers are in docs/Viva_QA.md.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Student Performance Analytics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A"/>
                </a:solidFill>
              </a:rPr>
              <a:t>Design a MySQL database, then analyse the marks with NumPy and Pandas and present the results with Matplotlib charts and a menu-driven program.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731520" cy="292608"/>
          </a:xfrm>
          <a:prstGeom prst="rect">
            <a:avLst/>
          </a:prstGeom>
          <a:solidFill>
            <a:srgbClr val="22305F"/>
          </a:solidFill>
          <a:ln w="12700">
            <a:solidFill>
              <a:srgbClr val="2230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3840480"/>
            <a:ext cx="1234440" cy="292608"/>
          </a:xfrm>
          <a:prstGeom prst="rect">
            <a:avLst/>
          </a:prstGeom>
          <a:solidFill>
            <a:srgbClr val="22305F"/>
          </a:solidFill>
          <a:ln w="12700">
            <a:solidFill>
              <a:srgbClr val="2230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3840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Pandas &amp; NumPy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3840480"/>
            <a:ext cx="1097280" cy="292608"/>
          </a:xfrm>
          <a:prstGeom prst="rect">
            <a:avLst/>
          </a:prstGeom>
          <a:solidFill>
            <a:srgbClr val="22305F"/>
          </a:solidFill>
          <a:ln w="12700">
            <a:solidFill>
              <a:srgbClr val="2230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3840480"/>
            <a:ext cx="822960" cy="292608"/>
          </a:xfrm>
          <a:prstGeom prst="rect">
            <a:avLst/>
          </a:prstGeom>
          <a:solidFill>
            <a:srgbClr val="22305F"/>
          </a:solidFill>
          <a:ln w="12700">
            <a:solidFill>
              <a:srgbClr val="2230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3840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34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Submitted by: Krishna Rathod  COE BATCH 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737360" cy="1737360"/>
          </a:xfrm>
          <a:prstGeom prst="ellipse">
            <a:avLst/>
          </a:prstGeom>
          <a:solidFill>
            <a:srgbClr val="22305F"/>
          </a:solidFill>
          <a:ln w="25400">
            <a:solidFill>
              <a:srgbClr val="C251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371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A070"/>
                </a:solidFill>
              </a:rPr>
              <a:t>A+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Roadmap for today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Overview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51760" cy="265176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C2511C"/>
                </a:solidFill>
              </a:rPr>
              <a:t>1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Part A: Database (MySQL)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060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ER diagram and 3NF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Tables and constraints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JOIN queries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Stored functions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51760" cy="265176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C2511C"/>
                </a:solidFill>
              </a:rPr>
              <a:t>2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Part B: Python analysis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6060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Load and merge CSV files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NumPy and Pandas analysis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Matplotlib charts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Menu-driven program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280160"/>
            <a:ext cx="2651760" cy="265176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C2511C"/>
                </a:solidFill>
              </a:rPr>
              <a:t>3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Results and demo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26060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Key findings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SQL and Pandas match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Live demo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What I learned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The problem we solve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Overview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 college wants to keep the marks of its students in a proper database and analyse them to find toppers, weak subjects and students at risk.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2651760" cy="228600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956816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Part A - MySQL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3408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Normalized database with 4 tables, constraints, JOIN queries and stored functions.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46120" y="1828800"/>
            <a:ext cx="2651760" cy="2286000"/>
          </a:xfrm>
          <a:prstGeom prst="rect">
            <a:avLst/>
          </a:prstGeom>
          <a:solidFill>
            <a:srgbClr val="FCE8DB"/>
          </a:solidFill>
          <a:ln w="12700">
            <a:solidFill>
              <a:srgbClr val="C251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0712" y="1956816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Part B - Python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410712" y="23408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Read the CSV files, clean and analyse with NumPy and Pandas, draw charts, build a menu program.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1828800"/>
            <a:ext cx="2651760" cy="228600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99632" y="1956816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Data size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199632" y="23408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5 departments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6 subjects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30 students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180 marks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MySQL and Python are separate: data moves between them through 4 CSV files.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10972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0" b="1" dirty="0">
                <a:solidFill>
                  <a:srgbClr val="22305F"/>
                </a:solidFill>
              </a:rPr>
              <a:t>01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A070"/>
                </a:solidFill>
              </a:rPr>
              <a:t>PART 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Database design (MySQL)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A"/>
                </a:solidFill>
              </a:rPr>
              <a:t>Tables, keys, constraints, JOINs and functions.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A ·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ER diagram and normalization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A</a:t>
            </a:r>
            <a:endParaRPr lang="en-US" sz="900" dirty="0"/>
          </a:p>
        </p:txBody>
      </p:sp>
      <p:pic>
        <p:nvPicPr>
          <p:cNvPr id="6" name="Image 0" descr="/home/claude/student-performance-analytics/docs/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394960" cy="32369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43600" y="1143000"/>
            <a:ext cx="2743200" cy="3236976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108192" y="1271016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Why 3NF?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108192" y="164592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511C"/>
                </a:solidFill>
              </a:rPr>
              <a:t>1NF  </a:t>
            </a:r>
            <a:r>
              <a:rPr lang="en-US" sz="1200" dirty="0">
                <a:solidFill>
                  <a:srgbClr val="1F2937"/>
                </a:solidFill>
              </a:rPr>
              <a:t>atomic values, a primary key in every table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2511C"/>
                </a:solidFill>
              </a:rPr>
              <a:t>2NF  </a:t>
            </a:r>
            <a:r>
              <a:rPr lang="en-US" sz="1200" dirty="0">
                <a:solidFill>
                  <a:srgbClr val="1F2937"/>
                </a:solidFill>
              </a:rPr>
              <a:t>marks depends on the whole key (student, subject)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1F2937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2511C"/>
                </a:solidFill>
              </a:rPr>
              <a:t>3NF  </a:t>
            </a:r>
            <a:r>
              <a:rPr lang="en-US" sz="1200" dirty="0">
                <a:solidFill>
                  <a:srgbClr val="1F2937"/>
                </a:solidFill>
              </a:rPr>
              <a:t>department name stored only in departments, so no transitive dependency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A ·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Tables and constraints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A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Table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Key columns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Constraints used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departments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dept_id, dept_name, hod_name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PK; dept_name NOT NULL + UNIQUE; hod_name DEFAULT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subjects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subject_id, subject_code, credits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PK; subject_code UNIQUE; credits CHECK 1-6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students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student_id, roll_no, email, dept_id, semester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PK; email UNIQUE; FK dept_id; semester CHECK 1-8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marks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mark_id, student_id, subject_id, marks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FK x2; marks CHECK 0-100; UNIQUE(student, subject)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Rules enforced: marks 0-100, one mark per student per subject, semester 1-8, unique e-mail.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A ·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Five JOIN queries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A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85292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Query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What it answers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Key SQL feature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(a)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Marks with student, department and subject name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 INNER JOINs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(b)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Subject-wise average, highest, lowest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GROUP BY + AVG / MAX / MIN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(c)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Department-wise topper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CTE + RANK() OVER (PARTITION BY)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(d)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Students failing at least one subject (&lt; 40)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WHERE + GROUP_CONCAT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(e)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Department average, even with no students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LEFT JOIN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Result of (e): Computer Science 68.96  ·  Electronics 66.31  ·  Civil 65.19  ·  Mechanical 64.07  ·  Biotechnology NULL (no students)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A · SQL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Stored functions and constraint tests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A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3200400" cy="324612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271016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Stored functions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655064"/>
            <a:ext cx="28712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get_grade(marks)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get_percentage(student_id)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get_result(student_id)  - PASS / FAIL (bonus)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A+ &gt;= 90, A &gt;= 80, B+ &gt;= 70, B &gt;= 60, C &gt;= 50, D &gt;= 40, F &lt; 40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143000"/>
          <a:ext cx="4846320" cy="28346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Rule tested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MySQL error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CHECK marks = 150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3819: Check constraint 'chk_marks_range' is violated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Duplicate mark entry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1062: Duplicate entry '1-1' for key 'uq_student_subject'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Unknown department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1452: foreign key constraint fails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NULL student name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1048: Column 'name' cannot be null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10972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0" b="1" dirty="0">
                <a:solidFill>
                  <a:srgbClr val="22305F"/>
                </a:solidFill>
              </a:rPr>
              <a:t>02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A070"/>
                </a:solidFill>
              </a:rPr>
              <a:t>PART 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Python analysis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4DA"/>
                </a:solidFill>
              </a:rPr>
              <a:t>CSV files, Pandas, NumPy, Matplotlib and the menu program.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B · WORKFLOW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From database to charts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261872" cy="173736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481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2511C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</a:rPr>
              <a:t>Export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331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4 tables to CSV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0" y="1371600"/>
            <a:ext cx="1261872" cy="173736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38528" y="1481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2511C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93852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</a:rPr>
              <a:t>Load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938528" y="2331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pd.read_csv()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1371600"/>
            <a:ext cx="1261872" cy="1737360"/>
          </a:xfrm>
          <a:prstGeom prst="rect">
            <a:avLst/>
          </a:prstGeom>
          <a:solidFill>
            <a:srgbClr val="FFFDF8"/>
          </a:solidFill>
          <a:ln w="12700">
            <a:solidFill>
              <a:srgbClr val="C251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10128" y="1481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2511C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331012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</a:rPr>
              <a:t>Merge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310128" y="2331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pd.merge = JOIN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1371600"/>
            <a:ext cx="1261872" cy="173736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81728" y="1481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2511C"/>
                </a:solidFill>
              </a:rPr>
              <a:t>4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468172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</a:rPr>
              <a:t>Clean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681728" y="2331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dups, numbers, fill mean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43600" y="1371600"/>
            <a:ext cx="1261872" cy="173736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53328" y="1481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2511C"/>
                </a:solidFill>
              </a:rPr>
              <a:t>5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05332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</a:rPr>
              <a:t>Analyse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053328" y="2331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NumPy, pivot, grade, rank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15200" y="1371600"/>
            <a:ext cx="1261872" cy="173736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24928" y="14813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2511C"/>
                </a:solidFill>
              </a:rPr>
              <a:t>6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742492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</a:rPr>
              <a:t>Present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424928" y="2331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charts + menu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pd.merge(marks, students, on="student_id")  ==  marks JOIN students ON student_id</a:t>
            </a:r>
            <a:endParaRPr lang="en-US" sz="13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B · CODE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Project files and functions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B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File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Main functions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data_handler.py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load_data(), save_marks(), merge_tables()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analysis.py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clean_data(), subject_stats_numpy(), build_student_report(), department_average(), at_risk_students()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charts.py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bar_subject_average(), pie_grades(), histogram_marks(), box_department_percentage()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main.py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menu, read_int(), read_marks(), add_or_update_marks(), export_report()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Grades use np.select (vectorised if / elif / else). Rank uses rank(method="min"). Status is FAIL if any subject is below 40.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B ·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NumPy and Pandas results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B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26883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Subject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Std dev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Data Structures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69.70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70.5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16.08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Database Mgmt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67.53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68.5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15.37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English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67.20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70.5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15.72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Physics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66.23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66.5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17.41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Mathematics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65.03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67.0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16.00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Python Programming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61.70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61.0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14.50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0" y="1188720"/>
            <a:ext cx="3200400" cy="960120"/>
          </a:xfrm>
          <a:prstGeom prst="rect">
            <a:avLst/>
          </a:prstGeom>
          <a:solidFill>
            <a:srgbClr val="FCE8DB"/>
          </a:solidFill>
          <a:ln w="12700">
            <a:solidFill>
              <a:srgbClr val="C2511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66928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24 / 6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1755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PASS / FAIL students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0" y="2286000"/>
            <a:ext cx="3200400" cy="96012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66928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7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852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at-risk students (below 50% or a fail)</a:t>
            </a:r>
            <a:endParaRPr lang="en-US" sz="1100" dirty="0"/>
          </a:p>
        </p:txBody>
      </p:sp>
      <p:sp>
        <p:nvSpPr>
          <p:cNvPr id="5" name="Shape 9"/>
          <p:cNvSpPr/>
          <p:nvPr/>
        </p:nvSpPr>
        <p:spPr>
          <a:xfrm>
            <a:off x="5486400" y="3383280"/>
            <a:ext cx="3200400" cy="96012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66928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85.33%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0" y="3950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topper: Vedant Gaikwad (Civil)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B · CHARTS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Average marks and mark distribution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B</a:t>
            </a:r>
            <a:endParaRPr lang="en-US" sz="900" dirty="0"/>
          </a:p>
        </p:txBody>
      </p:sp>
      <p:pic>
        <p:nvPicPr>
          <p:cNvPr id="6" name="Image 0" descr="/home/claude/student-performance-analytics/charts/1_avg_marks_per_sub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4114800" cy="2286000"/>
          </a:xfrm>
          <a:prstGeom prst="rect">
            <a:avLst/>
          </a:prstGeom>
        </p:spPr>
      </p:pic>
      <p:pic>
        <p:nvPicPr>
          <p:cNvPr id="7" name="Image 1" descr="/home/claude/student-performance-analytics/charts/3_marks_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43000"/>
            <a:ext cx="4114800" cy="22860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Data Structures has the highest average (69.7) and Python Programming the lowest (61.7), a gap of only 8 marks.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75488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Most marks lie between 50 and 90. Only 10 of 180 entries fall below the pass mark of 40.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B · CHARTS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Grades and department comparison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B</a:t>
            </a:r>
            <a:endParaRPr lang="en-US" sz="900" dirty="0"/>
          </a:p>
        </p:txBody>
      </p:sp>
      <p:pic>
        <p:nvPicPr>
          <p:cNvPr id="6" name="Image 0" descr="/home/claude/student-performance-analytics/charts/2_grad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2331720" cy="2331720"/>
          </a:xfrm>
          <a:prstGeom prst="rect">
            <a:avLst/>
          </a:prstGeom>
        </p:spPr>
      </p:pic>
      <p:pic>
        <p:nvPicPr>
          <p:cNvPr id="7" name="Image 1" descr="/home/claude/student-performance-analytics/charts/4_percentage_by_depart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143000"/>
            <a:ext cx="4206240" cy="2331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B+ is the most common grade (12 of 30 students). Only 2 students got A and 1 got F.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75488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Department medians are close (about 68-72%). Civil and Computer Science contain the highest scorers.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PART B · PROGRAM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Menu-driven program with validation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3931920" cy="269748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271016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Menu in main.py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655064"/>
            <a:ext cx="36027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1  Add / update marks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2  View student report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3  Show topper list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4  Show analysis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5  Show charts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6  Export report to CSV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0  Exit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143000"/>
            <a:ext cx="4114800" cy="269748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36592" y="1271016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Input validation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736592" y="164592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Numbers only (try / except ValueError)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Marks must be between 0 and 100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Student and subject must exist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FileNotFoundError and PermissionError handled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read_marks(): keep asking until  0 &lt;= value &lt;= 100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2511C"/>
                </a:solidFill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Demo and conclusion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Student Performance Analytics System  ·  Part B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3931920" cy="3246120"/>
          </a:xfrm>
          <a:prstGeom prst="rect">
            <a:avLst/>
          </a:prstGeom>
          <a:solidFill>
            <a:srgbClr val="FFFDF8"/>
          </a:solidFill>
          <a:ln w="12700">
            <a:solidFill>
              <a:srgbClr val="E6DF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271016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5-minute demo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655064"/>
            <a:ext cx="360273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1. Run project.sql, show query (e)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2. python main.py, option 2: student report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3. Option 1: marks 150 is rejected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4. Options 3 and 4: toppers and analysis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5. Options 5 and 6: charts and CSV export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1143000"/>
            <a:ext cx="4114800" cy="3246120"/>
          </a:xfrm>
          <a:prstGeom prst="rect">
            <a:avLst/>
          </a:prstGeom>
          <a:solidFill>
            <a:srgbClr val="FCE8DB"/>
          </a:solidFill>
          <a:ln w="12700">
            <a:solidFill>
              <a:srgbClr val="C2511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36592" y="1271016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What I learned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736592" y="1655064"/>
            <a:ext cx="37856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Normalization and constraints, JOINs and stored functions, pd.merge = JOIN, NumPy statistics, Matplotlib charts, input validation.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Next: attendance correlation (np.corrcoef), semester line chart, a web dashboard.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Thank you. Questions?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1698</Words>
  <Application>Microsoft Office PowerPoint</Application>
  <PresentationFormat>On-screen Show (16:9)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Analytics System</dc:title>
  <dc:subject>PptxGenJS Presentation</dc:subject>
  <dc:creator>Krishna Rathod</dc:creator>
  <cp:lastModifiedBy>Krishna Rathod</cp:lastModifiedBy>
  <cp:revision>2</cp:revision>
  <dcterms:created xsi:type="dcterms:W3CDTF">2026-10-29T06:11:23Z</dcterms:created>
  <dcterms:modified xsi:type="dcterms:W3CDTF">2026-10-29T06:12:18Z</dcterms:modified>
</cp:coreProperties>
</file>